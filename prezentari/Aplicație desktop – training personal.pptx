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7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7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02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50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21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4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61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00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90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51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52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73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BDC1F02-377E-410F-A125-BF75F50BF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882" y="1442211"/>
            <a:ext cx="9576569" cy="2616199"/>
          </a:xfrm>
        </p:spPr>
        <p:txBody>
          <a:bodyPr>
            <a:normAutofit/>
          </a:bodyPr>
          <a:lstStyle/>
          <a:p>
            <a:pPr algn="ctr"/>
            <a:r>
              <a:rPr lang="en-GB" sz="4800" dirty="0" err="1"/>
              <a:t>Aplica</a:t>
            </a:r>
            <a:r>
              <a:rPr lang="ro-RO" sz="4800" dirty="0"/>
              <a:t>ție desktop – training personal</a:t>
            </a:r>
            <a:br>
              <a:rPr lang="ro-RO" sz="4800" dirty="0"/>
            </a:br>
            <a:r>
              <a:rPr lang="en-GB" sz="4800" dirty="0"/>
              <a:t>“UP360”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1CBF9F14-D4E1-47E1-8918-12EEC3FBC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Profesor coordonator: Dobrovăț Anca-Mădălina</a:t>
            </a:r>
          </a:p>
          <a:p>
            <a:r>
              <a:rPr lang="ro-RO" dirty="0"/>
              <a:t>Absolvent: Benchia Mădălin-Codrin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1145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AE7DF95-3489-4D29-B11F-E11082EB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Încadrarea aplicației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3851FA9-4C09-4F53-B1D2-2649DEF11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Necesitatea existenței unui </a:t>
            </a:r>
            <a:r>
              <a:rPr lang="ro-RO" sz="2400" dirty="0" err="1"/>
              <a:t>tool</a:t>
            </a:r>
            <a:r>
              <a:rPr lang="ro-RO" sz="2400" dirty="0"/>
              <a:t> de </a:t>
            </a:r>
            <a:r>
              <a:rPr lang="ro-RO" sz="2400" dirty="0" err="1"/>
              <a:t>manageriere</a:t>
            </a:r>
            <a:r>
              <a:rPr lang="ro-RO" sz="2400" dirty="0"/>
              <a:t> a altor aplicații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Posibilitatea de a oferi angajaților training-uri cu ajutorul aplicațiilor VR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09787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54B1C3E-AB0E-4D78-B54C-C8F71648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Motivație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A4C538D-1262-44C9-8074-ED3215688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Sesizarea unor nevoi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Contorizarea activităților petrecute în timpul training-urilor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Distribuirea impresiilor personale legate de fiecare aplicație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Gestionarea informațiilor personale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80627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1CF93E9-74C2-4D30-824B-89E36558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Aplicații similare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AA545F0-F5E5-4E21-844E-5F65973D2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 err="1"/>
              <a:t>Steam</a:t>
            </a:r>
            <a:endParaRPr lang="ro-RO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Facebook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 err="1"/>
              <a:t>Softpedia</a:t>
            </a:r>
            <a:endParaRPr lang="ro-RO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 err="1"/>
              <a:t>GameStop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99138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823F1F7-39B5-4A9B-B781-A58FD1878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Tehnologii utilizate</a:t>
            </a:r>
            <a:endParaRPr lang="en-GB" dirty="0"/>
          </a:p>
        </p:txBody>
      </p:sp>
      <p:pic>
        <p:nvPicPr>
          <p:cNvPr id="8" name="Substituent conținut 7" descr="Imagine similarÄ">
            <a:extLst>
              <a:ext uri="{FF2B5EF4-FFF2-40B4-BE49-F238E27FC236}">
                <a16:creationId xmlns:a16="http://schemas.microsoft.com/office/drawing/2014/main" id="{BE7C3D9C-D0E2-40F3-8E07-4A9AD876E58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588" y="1928536"/>
            <a:ext cx="1705566" cy="1897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ine 8" descr="Imagine similarÄ">
            <a:extLst>
              <a:ext uri="{FF2B5EF4-FFF2-40B4-BE49-F238E27FC236}">
                <a16:creationId xmlns:a16="http://schemas.microsoft.com/office/drawing/2014/main" id="{40E0E53A-23FA-4651-9C9C-CB15BDA3F70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063" y="1928536"/>
            <a:ext cx="2358834" cy="2001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ine 9" descr="Imagine similarÄ">
            <a:extLst>
              <a:ext uri="{FF2B5EF4-FFF2-40B4-BE49-F238E27FC236}">
                <a16:creationId xmlns:a16="http://schemas.microsoft.com/office/drawing/2014/main" id="{9EE90A26-7493-4A5D-BAE8-CD17B87AA38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449" y="1928536"/>
            <a:ext cx="2868079" cy="2001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ine 10" descr="Imagine similarÄ">
            <a:extLst>
              <a:ext uri="{FF2B5EF4-FFF2-40B4-BE49-F238E27FC236}">
                <a16:creationId xmlns:a16="http://schemas.microsoft.com/office/drawing/2014/main" id="{354E437E-A5DC-41DD-AC6B-3CD40B67E566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27" y="4221314"/>
            <a:ext cx="2899951" cy="1798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ine 11" descr="Imagine similarÄ">
            <a:extLst>
              <a:ext uri="{FF2B5EF4-FFF2-40B4-BE49-F238E27FC236}">
                <a16:creationId xmlns:a16="http://schemas.microsoft.com/office/drawing/2014/main" id="{944D0E8B-228C-44B1-93F7-702E0C237083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904" y="4221314"/>
            <a:ext cx="1733151" cy="1897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ine 12" descr="Imagini pentru Microsoft azure">
            <a:extLst>
              <a:ext uri="{FF2B5EF4-FFF2-40B4-BE49-F238E27FC236}">
                <a16:creationId xmlns:a16="http://schemas.microsoft.com/office/drawing/2014/main" id="{125979D6-0155-4B40-A1F4-7F5F1BED65DA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14" y="4218664"/>
            <a:ext cx="2586948" cy="1897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5432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CAE04C3-F889-4566-AE92-33A478FC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C#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280DB73-01C9-41E1-B80D-8342691A5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179" y="1925633"/>
            <a:ext cx="10058400" cy="4023360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800" dirty="0"/>
              <a:t>Permite creare aplicațiilor desktop </a:t>
            </a:r>
            <a:r>
              <a:rPr lang="ro-RO" sz="2800" dirty="0" err="1"/>
              <a:t>wpf</a:t>
            </a:r>
            <a:endParaRPr lang="ro-RO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800" dirty="0"/>
              <a:t>Separarea clară a nivelurilor de activitate(MVC)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000" dirty="0"/>
              <a:t>Interfață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000" dirty="0"/>
              <a:t>Bază de date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000" dirty="0"/>
              <a:t>Activitățile utilizatorului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800" dirty="0"/>
              <a:t>Popularitate</a:t>
            </a:r>
          </a:p>
          <a:p>
            <a:pPr marL="384048" lvl="2" indent="0">
              <a:buNone/>
            </a:pPr>
            <a:r>
              <a:rPr lang="ro-RO" dirty="0"/>
              <a:t>	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0121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8E62F07-C0A2-4F8E-A6A0-863E30A9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XAML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74C21E5-3408-4742-9311-9B7044FD8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Limbaj asemănător cu XML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Facilitatea construirii elementelor de UI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Crearea directă a elementelor de interfață pentru utilizator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80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84FF5E2-B12B-4493-882C-738B05F2B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Zendesk</a:t>
            </a:r>
            <a:r>
              <a:rPr lang="ro-RO" dirty="0"/>
              <a:t>	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9FFDB30-31C2-486B-B5B6-3693A6A18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Suită de produse axate pe îmbunătățirea relațiilor dintre companii și clienți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Asigură comunicarea între utilizatori și companie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Permite trimiterea </a:t>
            </a:r>
            <a:r>
              <a:rPr lang="ro-RO" sz="2400" dirty="0" err="1"/>
              <a:t>tickete</a:t>
            </a:r>
            <a:r>
              <a:rPr lang="ro-RO" sz="2400" dirty="0"/>
              <a:t> echipei de suport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51263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CA543D9-65F7-42EF-BAC9-8DE1C02B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WordPress</a:t>
            </a:r>
            <a:r>
              <a:rPr lang="ro-RO" dirty="0"/>
              <a:t>	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44651B4-4D91-40CD-AC1C-78C57B0EE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Cea mai populară metodă de creare a unui site de prezentare/blog/forum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Sistem open-</a:t>
            </a:r>
            <a:r>
              <a:rPr lang="ro-RO" sz="2400" dirty="0" err="1"/>
              <a:t>source</a:t>
            </a:r>
            <a:endParaRPr lang="ro-RO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Mijloc de comunicare între utilizatori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07345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F375AF4-5952-426D-A127-A873CFAC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GitLab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A197AA3-C325-4703-954D-8ED11B0B4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Platformă de dezvoltare </a:t>
            </a:r>
            <a:r>
              <a:rPr lang="ro-RO" sz="2400" dirty="0" err="1"/>
              <a:t>colaborativă</a:t>
            </a:r>
            <a:r>
              <a:rPr lang="ro-RO" sz="2400" dirty="0"/>
              <a:t> și sistem de </a:t>
            </a:r>
            <a:r>
              <a:rPr lang="ro-RO" sz="2400" dirty="0" err="1"/>
              <a:t>versionare</a:t>
            </a:r>
            <a:endParaRPr lang="ro-RO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Platformă open-</a:t>
            </a:r>
            <a:r>
              <a:rPr lang="ro-RO" sz="2400" dirty="0" err="1"/>
              <a:t>source</a:t>
            </a:r>
            <a:endParaRPr lang="ro-RO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Descărcarea </a:t>
            </a:r>
            <a:r>
              <a:rPr lang="en-GB" sz="2400" dirty="0"/>
              <a:t>“delta”-</a:t>
            </a:r>
            <a:r>
              <a:rPr lang="en-GB" sz="2400" dirty="0" err="1"/>
              <a:t>ului</a:t>
            </a:r>
            <a:r>
              <a:rPr lang="ro-RO" sz="2400" dirty="0"/>
              <a:t> în cazul update-urilor pentru aplicații.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213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4BF7B74-4C54-4B49-80F9-E9222089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Microsoft </a:t>
            </a:r>
            <a:r>
              <a:rPr lang="ro-RO" dirty="0" err="1"/>
              <a:t>Azure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8257355-3FE2-484C-AD76-3386F2B34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Platformă de servicii în </a:t>
            </a:r>
            <a:r>
              <a:rPr lang="ro-RO" sz="2400" dirty="0" err="1"/>
              <a:t>cloud</a:t>
            </a:r>
            <a:endParaRPr lang="ro-RO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Oferă toate resursele necesare dezvoltării unei diversități de aplicații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Suportă un nivel major de limbaje de programare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Containere, </a:t>
            </a:r>
            <a:r>
              <a:rPr lang="ro-RO" sz="2400" dirty="0" err="1"/>
              <a:t>Cloud</a:t>
            </a:r>
            <a:r>
              <a:rPr lang="ro-RO" sz="2400" dirty="0"/>
              <a:t> </a:t>
            </a:r>
            <a:r>
              <a:rPr lang="ro-RO" sz="2400" dirty="0" err="1"/>
              <a:t>Storage</a:t>
            </a:r>
            <a:r>
              <a:rPr lang="ro-RO" sz="2400" dirty="0"/>
              <a:t>, </a:t>
            </a:r>
            <a:r>
              <a:rPr lang="ro-RO" sz="2400" dirty="0" err="1"/>
              <a:t>Azure</a:t>
            </a:r>
            <a:r>
              <a:rPr lang="ro-RO" sz="2400" dirty="0"/>
              <a:t> </a:t>
            </a:r>
            <a:r>
              <a:rPr lang="ro-RO" sz="2400" dirty="0" err="1"/>
              <a:t>Database</a:t>
            </a:r>
            <a:r>
              <a:rPr lang="ro-RO" sz="2400" dirty="0"/>
              <a:t> și Content </a:t>
            </a:r>
            <a:r>
              <a:rPr lang="ro-RO" sz="2400" dirty="0" err="1"/>
              <a:t>Delivery</a:t>
            </a:r>
            <a:r>
              <a:rPr lang="ro-RO" sz="2400" dirty="0"/>
              <a:t> </a:t>
            </a:r>
            <a:r>
              <a:rPr lang="ro-RO" sz="2400" dirty="0" err="1"/>
              <a:t>Network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98207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7C0113E-8DFF-4724-96BE-9B588211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Funcționalitățile aplicației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F32693B-B022-405E-BFA3-C05031498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400" dirty="0"/>
              <a:t>Utilizator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400" dirty="0"/>
              <a:t>Tenant </a:t>
            </a:r>
            <a:r>
              <a:rPr lang="ro-RO" sz="2400" dirty="0" err="1"/>
              <a:t>Admin</a:t>
            </a:r>
            <a:endParaRPr lang="ro-RO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400" dirty="0"/>
              <a:t>Super </a:t>
            </a:r>
            <a:r>
              <a:rPr lang="ro-RO" sz="2400" dirty="0" err="1"/>
              <a:t>Admin</a:t>
            </a:r>
            <a:endParaRPr lang="ro-RO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400" dirty="0" err="1"/>
              <a:t>Developer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64024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F4BB685-72FE-4833-8D5A-511818B6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Utilizator	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5730572-ED24-4E84-8CB1-E945E58B8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1245"/>
            <a:ext cx="10058400" cy="402336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dirty="0"/>
              <a:t>Crearea unor sesiuni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dirty="0"/>
              <a:t>Gestionarea informațiilor personale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dirty="0"/>
              <a:t>Distribuirea impresiilor din timpul </a:t>
            </a:r>
            <a:r>
              <a:rPr lang="ro-RO" dirty="0" err="1"/>
              <a:t>utilizăriii</a:t>
            </a:r>
            <a:r>
              <a:rPr lang="ro-RO" dirty="0"/>
              <a:t> simulatoarelor VR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dirty="0"/>
              <a:t>Vizualizarea activităților și a sesiunilor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dirty="0"/>
              <a:t>Accesul la trei categorii de simulatoare VR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dirty="0"/>
              <a:t>Trimiterea </a:t>
            </a:r>
            <a:r>
              <a:rPr lang="ro-RO" dirty="0" err="1"/>
              <a:t>ticket-elor</a:t>
            </a:r>
            <a:r>
              <a:rPr lang="ro-RO" dirty="0"/>
              <a:t> de suport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dirty="0"/>
              <a:t>Interacțiunea cu alți utilizatori prin intermediul </a:t>
            </a:r>
            <a:r>
              <a:rPr lang="ro-RO" dirty="0" err="1"/>
              <a:t>WordPress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82211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5E58DAA-12B0-412B-8165-7E5DC39E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Tenant </a:t>
            </a:r>
            <a:r>
              <a:rPr lang="ro-RO" dirty="0" err="1"/>
              <a:t>Admin</a:t>
            </a:r>
            <a:r>
              <a:rPr lang="ro-RO" dirty="0"/>
              <a:t>	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0069F9A-DB14-4955-A77E-F763F648B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2400" dirty="0"/>
              <a:t>Pe lângă drepturile unui utilizator obișnuit, tenant </a:t>
            </a:r>
            <a:r>
              <a:rPr lang="ro-RO" sz="2400" dirty="0" err="1"/>
              <a:t>admin-ul</a:t>
            </a:r>
            <a:r>
              <a:rPr lang="ro-RO" sz="2400" dirty="0"/>
              <a:t> poate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000" dirty="0"/>
              <a:t>Crea/Edita/Șterge un utilizator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000" dirty="0"/>
              <a:t>Vizualiza activitatea utilizatorilor în aplicații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58205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69D8BAA-8151-4348-93B5-2EE6AA7B8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Super </a:t>
            </a:r>
            <a:r>
              <a:rPr lang="ro-RO" dirty="0" err="1"/>
              <a:t>Admin</a:t>
            </a:r>
            <a:r>
              <a:rPr lang="ro-RO" dirty="0"/>
              <a:t>	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EF93EA9-A1CB-45AA-9D92-F349A6524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Vizualizarea activităților sesiunilor utilizatorilor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Adăugarea/Editarea/Ștergerea și Listarea tenant-</a:t>
            </a:r>
            <a:r>
              <a:rPr lang="ro-RO" sz="2400" dirty="0" err="1"/>
              <a:t>adminilor</a:t>
            </a:r>
            <a:endParaRPr lang="ro-RO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Adăugarea/Editarea/Ștergerea și Listarea organizațiilor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Restricționare accesului unei organizații la anumite aplicații VR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 err="1"/>
              <a:t>Adăgarea</a:t>
            </a:r>
            <a:r>
              <a:rPr lang="ro-RO" sz="2400" dirty="0"/>
              <a:t> de postări pe blog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Trimitere notificări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65587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18DAD3D-17E0-47E4-A096-26E7970D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Developer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CE0C77E-7B67-4B26-8976-A853F828B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Vizualizarea activităților sesiunilor utilizatorilor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Adăugarea/Editarea/Ștergerea/Listarea aplicațiilor VR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Adăugarea unor update-uri pentru simulatoare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Crearea și </a:t>
            </a:r>
            <a:r>
              <a:rPr lang="ro-RO" sz="2400" dirty="0" err="1"/>
              <a:t>adăgarea</a:t>
            </a:r>
            <a:r>
              <a:rPr lang="ro-RO" sz="2400" dirty="0"/>
              <a:t> </a:t>
            </a:r>
            <a:r>
              <a:rPr lang="ro-RO" sz="2400" dirty="0" err="1"/>
              <a:t>survey</a:t>
            </a:r>
            <a:r>
              <a:rPr lang="ro-RO" sz="2400" dirty="0"/>
              <a:t>-urilor </a:t>
            </a:r>
          </a:p>
          <a:p>
            <a:endParaRPr lang="ro-RO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4190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43CD03A-D475-4757-ACCD-AEBE30D93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Direcții viitoare	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22B8D3A-58BD-4086-8CA3-015A511C9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Creșterea numărului de utilizatori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Îmbunătățirea aplicației pe baza feedback-ului primit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/>
              <a:t>Sistem intern de comunicare real-</a:t>
            </a:r>
            <a:r>
              <a:rPr lang="ro-RO" sz="2400" dirty="0" err="1"/>
              <a:t>time</a:t>
            </a:r>
            <a:r>
              <a:rPr lang="ro-RO" sz="2400" dirty="0"/>
              <a:t> între utilizatori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0304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1680BA0-13EF-4561-B532-8DE08879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o-RO" dirty="0"/>
              <a:t>Vă mulțumesc pentru atenție.</a:t>
            </a:r>
            <a:endParaRPr lang="en-GB" dirty="0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A61024A7-87C2-4B83-A8B5-6B6BF2766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0262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Retrospectivă">
  <a:themeElements>
    <a:clrScheme name="Retrospectivă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ă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ă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</TotalTime>
  <Words>363</Words>
  <Application>Microsoft Office PowerPoint</Application>
  <PresentationFormat>Ecran lat</PresentationFormat>
  <Paragraphs>80</Paragraphs>
  <Slides>18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Retrospectivă</vt:lpstr>
      <vt:lpstr>Aplicație desktop – training personal “UP360”</vt:lpstr>
      <vt:lpstr>Încadrarea aplicației</vt:lpstr>
      <vt:lpstr>Motivație</vt:lpstr>
      <vt:lpstr>Aplicații similare</vt:lpstr>
      <vt:lpstr>Tehnologii utilizate</vt:lpstr>
      <vt:lpstr>C#</vt:lpstr>
      <vt:lpstr>XAML</vt:lpstr>
      <vt:lpstr>Zendesk </vt:lpstr>
      <vt:lpstr>WordPress </vt:lpstr>
      <vt:lpstr>GitLab</vt:lpstr>
      <vt:lpstr>Microsoft Azure</vt:lpstr>
      <vt:lpstr>Funcționalitățile aplicației</vt:lpstr>
      <vt:lpstr>Utilizator </vt:lpstr>
      <vt:lpstr>Tenant Admin </vt:lpstr>
      <vt:lpstr>Super Admin </vt:lpstr>
      <vt:lpstr>Developer</vt:lpstr>
      <vt:lpstr>Direcții viitoare </vt:lpstr>
      <vt:lpstr>Vă mulțumesc pentru atenție.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Aplicație desktop – training personal “UP360”</dc:title>
  <dc:creator>Madalin Benchia</dc:creator>
  <cp:lastModifiedBy>Madalin Benchia</cp:lastModifiedBy>
  <cp:revision>7</cp:revision>
  <dcterms:created xsi:type="dcterms:W3CDTF">2019-06-23T11:53:30Z</dcterms:created>
  <dcterms:modified xsi:type="dcterms:W3CDTF">2019-06-23T12:57:53Z</dcterms:modified>
</cp:coreProperties>
</file>