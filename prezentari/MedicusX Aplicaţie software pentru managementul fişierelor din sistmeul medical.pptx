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106f154a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106f154a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106f154a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106f154a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106f154a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106f154a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106f154a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106f154a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106f154a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106f154a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106f154a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106f154a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106f154a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106f154a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106f154a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106f154a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106f154a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4106f154a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106f154a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106f154a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8.jpg"/><Relationship Id="rId7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895975" y="405825"/>
            <a:ext cx="7375500" cy="28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MedicusX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Aplicaţie software pentru managementul fişierelor din sistemul medical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24987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r>
              <a:rPr b="1" i="1" lang="en">
                <a:solidFill>
                  <a:srgbClr val="000000"/>
                </a:solidFill>
              </a:rPr>
              <a:t>Lucrare de licenta -</a:t>
            </a:r>
            <a:endParaRPr b="1" i="1">
              <a:solidFill>
                <a:srgbClr val="000000"/>
              </a:solidFill>
            </a:endParaRPr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3154100" y="37179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Absolvent: Guta Samir Alexandru</a:t>
            </a:r>
            <a:endParaRPr b="1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331250" y="447700"/>
            <a:ext cx="7505700" cy="13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STRUCTURĂ - poate ar fi mai bine zis Structura prezentarii sau Cuprins si vei fi intrebat: De ce cu litere mari?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248000" y="1953100"/>
            <a:ext cx="8724600" cy="34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MOTIVA</a:t>
            </a:r>
            <a:r>
              <a:rPr lang="en" sz="1800"/>
              <a:t>Ţ</a:t>
            </a:r>
            <a:r>
              <a:rPr lang="en" sz="2400"/>
              <a:t>IE PERSONALĂ &amp; OBIECTIVE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STRUCTURA LUCRĂRII DE DOCUMENTAŢIE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TEHNOLOGII UTILIZATE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ARHITECTURA APLICAŢIEI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FUNCŢIONALITĂŢILE APLICAŢIEI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 &amp; A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501525" y="369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MOTIVAŢIE PERSONALĂ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OBIECTIVELE PROIECTULUI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501525" y="1426600"/>
            <a:ext cx="7823400" cy="16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➔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EXPERIENŢA ANTERIOARĂ CU MEDICII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➔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PROPUNEREA UNEI SOLUŢII PENTRU 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13716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◆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ÎMBUNĂTĂŢIREA EXPERIENŢEI PENTRU PACIENŢI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13716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◆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FACILITAREA ACTIVITĂŢII CADRELOR MEDICALE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25" y="2887750"/>
            <a:ext cx="7582851" cy="20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751225" y="408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SCURTĂ PREZENTARE A LUCRĂRII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751225" y="1127000"/>
            <a:ext cx="7949700" cy="3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CUPRINS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LISTA FIGURILOR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CAPITOLUL 1. INTRODUCERE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CAPITOLUL 2. TEHNOLOGII UTILIZATE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CAPITOLUL 3. ARHITECTURA APLICAŢIEI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CAPITOLUL 4. FUNCŢIONALITĂŢI ŞI DETALII DE IMPLEMENTARE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CAPITOLUL 5. CAZURI DE UTILIZARE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CONCLUZII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BIBLIOGRAFIE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615350" y="4088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TEHNOLOGII UTILIZATE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393100" y="1199850"/>
            <a:ext cx="8372400" cy="3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SERVER                                                                    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JAVA 1.8                        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SPRING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HIBERNATE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MAVEN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3475" y="1107401"/>
            <a:ext cx="2842004" cy="1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300" y="1068925"/>
            <a:ext cx="2502725" cy="213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275" y="3448222"/>
            <a:ext cx="1414200" cy="11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5250" y="2965125"/>
            <a:ext cx="3267725" cy="1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8934" y="3448225"/>
            <a:ext cx="3079641" cy="10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604825" y="379375"/>
            <a:ext cx="7719900" cy="14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TEHNOLOGII UTILIZATE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491700" y="996950"/>
            <a:ext cx="80724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ANGULAR 5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PrimeNG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HTML / CSS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IDE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IntelliJ IDEA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775" y="996950"/>
            <a:ext cx="1985050" cy="19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925" y="1067538"/>
            <a:ext cx="4214574" cy="18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3225" y="2911425"/>
            <a:ext cx="3752726" cy="17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5275" y="3580075"/>
            <a:ext cx="1332174" cy="111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819150" y="511700"/>
            <a:ext cx="7505700" cy="12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ARHITECTURA APLICAŢIEI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551900" y="1332200"/>
            <a:ext cx="80814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BAZA DE DATE - entităţi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  PATIENT, DOCTOR, ASSISTANT, CLINIC, INVESTIGATION, REFERRAL, USER, ROLE, USER_ROLES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 CLIENT - ANGULAR COMPONENTS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475075" y="379375"/>
            <a:ext cx="75057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ARHITECTURA APLICAŢIEI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613650" y="1164575"/>
            <a:ext cx="7649400" cy="3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SERVER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STRUCTURA MAVEN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MODEL - VIEW - CONTROLLER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RESTful 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113" y="2458688"/>
            <a:ext cx="557212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644475" y="408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FUNCŢIONALITĂŢI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463675" y="1144950"/>
            <a:ext cx="8128500" cy="3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LOGIN &amp; REGISTER                                  UPLOAD AVATAR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50" y="1671975"/>
            <a:ext cx="2120200" cy="30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800" y="1671975"/>
            <a:ext cx="2417300" cy="319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4850" y="1645388"/>
            <a:ext cx="3084775" cy="310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907400" y="414675"/>
            <a:ext cx="75057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FUNCŢIONALITĂŢI</a:t>
            </a:r>
            <a:endParaRPr/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-171550" y="1005750"/>
            <a:ext cx="9537000" cy="4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UPLOAD INVESTIGATION |    GIVE A REFERRAL     |  DOWNLOAD INVESTIGATION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75" y="1455700"/>
            <a:ext cx="3149651" cy="351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1389050"/>
            <a:ext cx="2823650" cy="357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4225" y="1455700"/>
            <a:ext cx="3281950" cy="35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307450" y="1446900"/>
            <a:ext cx="7505700" cy="20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720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" sz="9600">
                <a:latin typeface="Times New Roman"/>
                <a:ea typeface="Times New Roman"/>
                <a:cs typeface="Times New Roman"/>
                <a:sym typeface="Times New Roman"/>
              </a:rPr>
              <a:t>  Q &amp; A</a:t>
            </a:r>
            <a:endParaRPr sz="9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